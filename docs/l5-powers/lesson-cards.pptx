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/>
    <p:restoredTop sz="74626"/>
  </p:normalViewPr>
  <p:slideViewPr>
    <p:cSldViewPr snapToGrid="0" snapToObjects="1">
      <p:cViewPr varScale="1">
        <p:scale>
          <a:sx n="94" d="100"/>
          <a:sy n="94" d="100"/>
        </p:scale>
        <p:origin x="145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FD1B0-74F3-D141-B210-936319A276C7}" type="datetimeFigureOut">
              <a:rPr kumimoji="1" lang="ja-JP" altLang="en-US" smtClean="0"/>
              <a:t>2026/4/21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2DD4-0740-C747-9E66-F79886FCF7F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9149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Opening title card for the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1: Spec-driven development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2: Steering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3: Hooks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4: Property-based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5: Powers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6: 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Lesson 7: Custom 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Bonus: Package a power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solidFill>
                  <a:srgbClr val="F5E6B8"/>
                </a:solidFill>
                <a:latin typeface="Garamond"/>
              </a:rPr>
              <a:t>Bonus: Kiro Web / cloud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799" y="2130425"/>
            <a:ext cx="9889435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85800" y="3886200"/>
            <a:ext cx="9760226" cy="775252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284578"/>
            <a:ext cx="10992678" cy="798788"/>
          </a:xfrm>
        </p:spPr>
        <p:txBody>
          <a:bodyPr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1016000" cy="635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952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ears-trace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556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Turn EARS requirements into a test-traceability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254500"/>
            <a:ext cx="10160000" cy="444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Kiro University Challenge - Final project - Built with Kiro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requirements -&gt; design -&gt; tasks in EARS, authored in Kiro Spec mode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Steering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project conventions that steer code generation (.kiro/steering)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re-trace on save; Ruff on Python save (.kiro/hooks)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Property-based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Hypothesis properties P1-P7 from the spec, run in Kiro 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Powers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used a power to turn the coverage result into a slide deck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fetch MCP enriches the report at runtime (.kiro/settings/mcp.json)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Lesson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Custom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read-only requirements reviewer, least privilege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Package a power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ears-trace packaged as its own Kiro power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6000" y="2286000"/>
            <a:ext cx="762000" cy="50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5400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2800">
                <a:solidFill>
                  <a:srgbClr val="D4AF37"/>
                </a:solidFill>
                <a:latin typeface="Garamond"/>
              </a:rPr>
              <a:t>Bonus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2984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4800">
                <a:solidFill>
                  <a:srgbClr val="F5E6B8"/>
                </a:solidFill>
                <a:latin typeface="Garamond"/>
              </a:rPr>
              <a:t>Kiro Web /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6000" y="4064000"/>
            <a:ext cx="10160000" cy="571500"/>
          </a:xfrm>
          <a:prstGeom prst="rect">
            <a:avLst/>
          </a:prstGeom>
          <a:noFill/>
          <a:ln>
            <a:noFill/>
          </a:ln>
        </p:spPr>
        <p:txBody>
          <a:bodyPr lIns="0" rIns="0" wrap="square"/>
          <a:lstStyle/>
          <a:p>
            <a:pPr algn="l"/>
            <a:r>
              <a:rPr sz="1600">
                <a:solidFill>
                  <a:srgbClr val="9A9AAA"/>
                </a:solidFill>
                <a:latin typeface="Garamond"/>
              </a:rPr>
              <a:t>synced .kiro config, ran the build in the cloud sandbox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</Words>
  <Application>Microsoft Macintosh PowerPoint</Application>
  <PresentationFormat>ワイド画面</PresentationFormat>
  <Paragraphs>2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KATAOKA, SHOTARO</cp:lastModifiedBy>
  <cp:revision>10</cp:revision>
  <dcterms:created xsi:type="dcterms:W3CDTF">2013-01-27T09:14:16Z</dcterms:created>
  <dcterms:modified xsi:type="dcterms:W3CDTF">2026-04-21T05:52:00Z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2026-04-01T23:58:19Z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beaebefe-5a52-4e34-80b8-0094bfd161a6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