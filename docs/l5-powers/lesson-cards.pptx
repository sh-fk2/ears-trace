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74626"/>
  </p:normalViewPr>
  <p:slideViewPr>
    <p:cSldViewPr snapToGrid="0" snapToObjects="1">
      <p:cViewPr varScale="1">
        <p:scale>
          <a:sx n="94" d="100"/>
          <a:sy n="94" d="100"/>
        </p:scale>
        <p:origin x="1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FD1B0-74F3-D141-B210-936319A276C7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12DD4-0740-C747-9E66-F79886FCF7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14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Lesson 1: Spec-driven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Lesson 2: Steering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Lesson 3: Hooks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Lesson 4: Property-based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Lesson 5: Powers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Lesson 6: 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Lesson 7: Custom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Bonus: Package a power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F5E6B8"/>
                </a:solidFill>
                <a:latin typeface="Garamond"/>
              </a:rPr>
              <a:t>Bonus: Kiro Web / cloud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9889435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886200"/>
            <a:ext cx="9760226" cy="77525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84578"/>
            <a:ext cx="10992678" cy="798788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Spec-driven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requirements -&gt; design -&gt; tasks in EARS, authored in Kiro Spec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project conventions that steer code generation (.kiro/steering)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re-trace on save; Ruff on Python save (.kiro/hooks)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Property-based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Hypothesis properties P1-P7 from the spec, run in Kiro 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Lesson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Powers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used a power to turn the coverage result into a slide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fetch MCP enriches the report at runtime (.kiro/settings/mcp.json)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Custom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read-only requirements reviewer, least privilege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Package a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ears-trace packaged as its own Kiro 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2800">
                <a:solidFill>
                  <a:srgbClr val="D4AF37"/>
                </a:solidFill>
                <a:latin typeface="Garamond"/>
              </a:rPr>
              <a:t>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84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4800">
                <a:solidFill>
                  <a:srgbClr val="F5E6B8"/>
                </a:solidFill>
                <a:latin typeface="Garamond"/>
              </a:rPr>
              <a:t>Kiro Web /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4064000"/>
            <a:ext cx="10160000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/>
          <a:lstStyle/>
          <a:p>
            <a:pPr algn="l"/>
            <a:r>
              <a:rPr sz="1600">
                <a:solidFill>
                  <a:srgbClr val="9A9AAA"/>
                </a:solidFill>
                <a:latin typeface="Garamond"/>
              </a:rPr>
              <a:t>synced .kiro config, ran the build in the cloud sandbox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ワイド画面</PresentationFormat>
  <Paragraphs>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10</cp:revision>
  <dcterms:created xsi:type="dcterms:W3CDTF">2013-01-27T09:14:16Z</dcterms:created>
  <dcterms:modified xsi:type="dcterms:W3CDTF">2026-04-21T05:52:00Z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2026-04-01T23:58:19Z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beaebefe-5a52-4e34-80b8-0094bfd161a6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